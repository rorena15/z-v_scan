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8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3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2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7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07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4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7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2096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92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90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74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44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242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Z-VulnScan Pro v3.0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폐쇄망 &amp; VDI 환경을 위한</a:t>
            </a:r>
          </a:p>
          <a:p>
            <a:r>
              <a:t>Server-less 보안 감사 도구</a:t>
            </a:r>
          </a:p>
          <a:p>
            <a:endParaRPr/>
          </a:p>
          <a:p>
            <a:r>
              <a:t>발표자: [성함 입력]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보안 에이전트, 꼭 무거워야 합니까?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VDI (가상화) 환경의 딜레마</a:t>
            </a:r>
          </a:p>
          <a:p>
            <a:r>
              <a:t>   - 에이전트 설치 시 PC 성능 저하 및 멈춤 현상 발생</a:t>
            </a:r>
          </a:p>
          <a:p>
            <a:r>
              <a:t>   - 다수의 VM 동시 구동 시 리소스 병목 심화</a:t>
            </a:r>
          </a:p>
          <a:p>
            <a:endParaRPr/>
          </a:p>
          <a:p>
            <a:r>
              <a:t>2. 폐쇄망 (Air-gapped) 환경의 한계</a:t>
            </a:r>
          </a:p>
          <a:p>
            <a:r>
              <a:t>   - 중앙 관리 서버 구축 비용 부담 (수천만 원 소요)</a:t>
            </a:r>
          </a:p>
          <a:p>
            <a:r>
              <a:t>   - 오프라인 환경에서 업데이트 및 유지보수 난항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Tank vs Knife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기존 솔루션 (Tank) vs Z-VulnScan (Knife)</a:t>
            </a:r>
          </a:p>
          <a:p>
            <a:endParaRPr/>
          </a:p>
          <a:p>
            <a:r>
              <a:t>❌ Heavy Agent  →  ✅ Agent-less (No Install)</a:t>
            </a:r>
          </a:p>
          <a:p>
            <a:r>
              <a:t>❌ Server Required  →  ✅ Server-less (Portable)</a:t>
            </a:r>
          </a:p>
          <a:p>
            <a:r>
              <a:t>❌ High Latency UI  →  ✅ Log-Centric (Fast)</a:t>
            </a:r>
          </a:p>
          <a:p>
            <a:endParaRPr/>
          </a:p>
          <a:p>
            <a:r>
              <a:t>"설치 없이, 흔적 없이, 비용 없이 즉시 진단합니다."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백문이 불여일견, 실제 작동 모습을 보여드리겠습니다.</a:t>
            </a:r>
          </a:p>
          <a:p>
            <a:r>
              <a:t>(화면 전환)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1: 서버 없이도 강력한 동시성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Core Architecture: Thread-Safe SQLite</a:t>
            </a:r>
          </a:p>
          <a:p>
            <a:endParaRPr/>
          </a:p>
          <a:p>
            <a:r>
              <a:t>• Mutex Lock 구현</a:t>
            </a:r>
          </a:p>
          <a:p>
            <a:r>
              <a:t>  - 멀티스레드 스캔 중 DB 충돌 방지 (Database Locked 해결)</a:t>
            </a:r>
          </a:p>
          <a:p>
            <a:endParaRPr/>
          </a:p>
          <a:p>
            <a:r>
              <a:t>• WAL (Write-Ahead Logging) Mode</a:t>
            </a:r>
          </a:p>
          <a:p>
            <a:r>
              <a:t>  - 읽기(UI)와 쓰기(Scanner)의 병목 현상 제거</a:t>
            </a:r>
          </a:p>
          <a:p>
            <a:endParaRPr/>
          </a:p>
          <a:p>
            <a:r>
              <a:t>• Data Integrity</a:t>
            </a:r>
          </a:p>
          <a:p>
            <a:r>
              <a:t>  - 서버 없이 로컬 파일 DB만으로 데이터 무결성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2: 보이지 않는 기술 (Deep Dive)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VDI Optimization (Anti-Freezing)</a:t>
            </a:r>
          </a:p>
          <a:p>
            <a:r>
              <a:t>   - Batch Rendering 기법 적용</a:t>
            </a:r>
          </a:p>
          <a:p>
            <a:r>
              <a:t>   - 실시간 UI 갱신 부하 'Zero' → 텍스트 로그 피드백</a:t>
            </a:r>
          </a:p>
          <a:p>
            <a:endParaRPr/>
          </a:p>
          <a:p>
            <a:r>
              <a:t>2. Hybrid Discovery Engine</a:t>
            </a:r>
          </a:p>
          <a:p>
            <a:r>
              <a:t>   - ICMP 차단 시 ARP Table + TTL 분석 수행</a:t>
            </a:r>
          </a:p>
          <a:p>
            <a:r>
              <a:t>   - 은닉 자산 및 OS(Fingerprinting) 정밀 식별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Benefit: 보안 담당자의 야근을 없앱니다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One-Click Reporting</a:t>
            </a:r>
          </a:p>
          <a:p>
            <a:r>
              <a:t>  - 클릭 한 번으로 PDF / Excel 리포트 생성</a:t>
            </a:r>
          </a:p>
          <a:p>
            <a:endParaRPr/>
          </a:p>
          <a:p>
            <a:r>
              <a:t>• Compliance Ready</a:t>
            </a:r>
          </a:p>
          <a:p>
            <a:r>
              <a:t>  - KISA 주요정보통신기반시설 기술적 취약점 가이드라인 적용</a:t>
            </a:r>
          </a:p>
          <a:p>
            <a:endParaRPr/>
          </a:p>
          <a:p>
            <a:r>
              <a:t>• [이곳에 실제 리포트 캡처 이미지를 넣으세요]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가장 현실적인 보안 전략, Z-VulnScan</a:t>
            </a:r>
          </a:p>
          <a:p>
            <a:endParaRPr/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회로">
  <a:themeElements>
    <a:clrScheme name="회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회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회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TM04033919[[fn=회로]]</Template>
  <TotalTime>4</TotalTime>
  <Words>333</Words>
  <Application>Microsoft Office PowerPoint</Application>
  <PresentationFormat>화면 슬라이드 쇼(4:3)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Tw Cen MT</vt:lpstr>
      <vt:lpstr>회로</vt:lpstr>
      <vt:lpstr>Z-VulnScan Pro v3.0</vt:lpstr>
      <vt:lpstr>Problem: 보안 에이전트, 꼭 무거워야 합니까?</vt:lpstr>
      <vt:lpstr>Solution: Tank vs Knife</vt:lpstr>
      <vt:lpstr>Live Demo</vt:lpstr>
      <vt:lpstr>Tech 1: 서버 없이도 강력한 동시성</vt:lpstr>
      <vt:lpstr>Tech 2: 보이지 않는 기술 (Deep Dive)</vt:lpstr>
      <vt:lpstr>Benefit: 보안 담당자의 야근을 없앱니다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 여준</cp:lastModifiedBy>
  <cp:revision>2</cp:revision>
  <dcterms:created xsi:type="dcterms:W3CDTF">2013-01-27T09:14:16Z</dcterms:created>
  <dcterms:modified xsi:type="dcterms:W3CDTF">2026-01-05T22:59:05Z</dcterms:modified>
  <cp:category/>
</cp:coreProperties>
</file>